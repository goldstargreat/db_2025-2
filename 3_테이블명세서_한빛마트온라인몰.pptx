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6" r:id="rId6"/>
    <p:sldId id="258" r:id="rId7"/>
    <p:sldId id="260" r:id="rId8"/>
    <p:sldId id="259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734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59DE4-F746-3394-09D2-19294C6A5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3BAC5E9-880C-64C7-0577-2E15D45822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A62226-D183-4800-F8BF-AC5631DDC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DD08-D0E9-4900-AA37-F5F79A690867}" type="datetimeFigureOut">
              <a:rPr lang="ko-KR" altLang="en-US" smtClean="0"/>
              <a:t>2025-11-17-Mon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BBDDE8-CA2D-48B2-1656-2D087AC81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B8FA4E-5DC5-C42C-9126-E3AFC1DFB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5F4A3-C16B-4488-BAA6-C2FAF96508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7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FAEE95-4E08-F6ED-7006-3FE8A7D2E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938B9B-4945-437C-FEDA-45A07750A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CF74FB-8284-3F98-8330-80B2D699E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DD08-D0E9-4900-AA37-F5F79A690867}" type="datetimeFigureOut">
              <a:rPr lang="ko-KR" altLang="en-US" smtClean="0"/>
              <a:t>2025-11-17-Mon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2601D5-5C72-A194-9E09-D15BBE801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B07F79-E69B-3D65-2D86-F78829F7E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5F4A3-C16B-4488-BAA6-C2FAF96508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5379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6182E3-2C31-1ADE-BDAF-373264AD6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6519BE-30C3-86DF-1387-FDD73BC10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F9659E-A937-811B-ADBA-4C5BEA5D5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DD08-D0E9-4900-AA37-F5F79A690867}" type="datetimeFigureOut">
              <a:rPr lang="ko-KR" altLang="en-US" smtClean="0"/>
              <a:t>2025-11-17-Mon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E5E987-B300-1058-F798-219486C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B886BE-F896-5380-F511-89404B715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5F4A3-C16B-4488-BAA6-C2FAF96508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972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237FB0-B1CD-76EA-0778-881ABA017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B3747D-3741-10E9-433C-52A5380365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605A5B-B604-6316-A868-4E3F81391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D7A567-6FB7-D62D-E8C9-4E1025A5B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DD08-D0E9-4900-AA37-F5F79A690867}" type="datetimeFigureOut">
              <a:rPr lang="ko-KR" altLang="en-US" smtClean="0"/>
              <a:t>2025-11-17-Mon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7B17B7-600C-FA41-8DBE-BBB243C88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0FCC81-2F9C-5A04-16C4-147477B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5F4A3-C16B-4488-BAA6-C2FAF96508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79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A61629-F647-4B92-0CF7-2301F1D2A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73B939-FE71-85D8-E0D6-F146AF44A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A6A60-2F85-5A49-0642-EC9CCA260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265A088-CC00-329C-919B-E81A05329B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57BC893-84AB-C6CA-50B7-BCAADFC102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2823B9C-D13D-C05B-83E7-BB3191758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DD08-D0E9-4900-AA37-F5F79A690867}" type="datetimeFigureOut">
              <a:rPr lang="ko-KR" altLang="en-US" smtClean="0"/>
              <a:t>2025-11-17-Mon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E246AB2-0985-869B-BF14-C7CBF399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C6DF973-3A13-DE84-C719-2A33D96BF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5F4A3-C16B-4488-BAA6-C2FAF96508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4259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1C2205-2AE3-79D9-A96C-2AA3D7881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7BFD3D1-41A8-EEE9-A091-AF0C88B8D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DD08-D0E9-4900-AA37-F5F79A690867}" type="datetimeFigureOut">
              <a:rPr lang="ko-KR" altLang="en-US" smtClean="0"/>
              <a:t>2025-11-17-Mon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7F357C9-692C-275A-ED9A-83F688AA3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B0EDA57-87E4-07F3-0827-2108B86C1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5F4A3-C16B-4488-BAA6-C2FAF96508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30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D98B465-0042-3249-C2C0-3A240884A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DD08-D0E9-4900-AA37-F5F79A690867}" type="datetimeFigureOut">
              <a:rPr lang="ko-KR" altLang="en-US" smtClean="0"/>
              <a:t>2025-11-17-Mon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91738CF-CD2A-4076-9CB4-0FD96F6C9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1F92AB-D3BA-06B2-E299-D89A6AF46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5F4A3-C16B-4488-BAA6-C2FAF96508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2289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80D2BD-7053-4E95-3282-FF18E6745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475133-7211-4479-9891-51630774F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097CFF-AD06-9144-E95F-C2113FF77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624F20-0190-5EC9-4C5F-FEAA59889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DD08-D0E9-4900-AA37-F5F79A690867}" type="datetimeFigureOut">
              <a:rPr lang="ko-KR" altLang="en-US" smtClean="0"/>
              <a:t>2025-11-17-Mon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DB68B2-0910-CCF6-9136-61FAA4C4F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00AFB1-7E58-5570-6EFC-BAC7401E4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5F4A3-C16B-4488-BAA6-C2FAF96508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5309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2D3D8B-AAA1-ADEF-DE81-CF0F5DF74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C2660C2-0EF9-EDF2-FD3F-C6CA097B08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2D3715-C717-2B7F-2734-7CB4B2316F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63C820-6BD3-C1B1-3691-3C7959113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DD08-D0E9-4900-AA37-F5F79A690867}" type="datetimeFigureOut">
              <a:rPr lang="ko-KR" altLang="en-US" smtClean="0"/>
              <a:t>2025-11-17-Mon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2987FB-AF93-8CF6-0247-0BA2815BF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F79E8C-02C9-D0CE-7154-1FCC7A8BD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5F4A3-C16B-4488-BAA6-C2FAF96508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021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A3572E-6622-E56A-9A37-4955A68ED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69402BD-212C-2916-EF79-D1B316A4D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13A75B-1057-5BDD-683E-C2652275E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DD08-D0E9-4900-AA37-F5F79A690867}" type="datetimeFigureOut">
              <a:rPr lang="ko-KR" altLang="en-US" smtClean="0"/>
              <a:t>2025-11-17-Mon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30AD16-8806-FB7C-9122-8B7D900E2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67D4D9-0592-A5E9-E160-2DB13BC0D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5F4A3-C16B-4488-BAA6-C2FAF96508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9295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F26BCEA-6AC9-CDBB-BBE5-2F1463D196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DA3329F-D80B-A0D6-0582-2BB056608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A18D69-EE9B-DD5D-C772-489534979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DD08-D0E9-4900-AA37-F5F79A690867}" type="datetimeFigureOut">
              <a:rPr lang="ko-KR" altLang="en-US" smtClean="0"/>
              <a:t>2025-11-17-Mon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084AB1-6B1A-F25E-EF1C-F21C83A80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FE0CEC-380F-1004-475E-DACA4878A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5F4A3-C16B-4488-BAA6-C2FAF96508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6807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79A3768-2D64-0134-D31D-EA54C34BA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13E430-DD3C-91DC-7A5E-F7DA3C3DC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A1E5BC-B65F-6D86-658B-BD5BB8565C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38DD08-D0E9-4900-AA37-F5F79A690867}" type="datetimeFigureOut">
              <a:rPr lang="ko-KR" altLang="en-US" smtClean="0"/>
              <a:t>2025-11-17-Mon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791BE3-1D0F-25EC-BDA3-A49D706BD3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911103-9799-AB04-714E-190BBC0814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65F4A3-C16B-4488-BAA6-C2FAF96508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122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B73BC-1806-33BC-9043-DA170996E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3FCF4EB-93CC-9BFB-154E-F8D9DF7710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057663"/>
              </p:ext>
            </p:extLst>
          </p:nvPr>
        </p:nvGraphicFramePr>
        <p:xfrm>
          <a:off x="566056" y="545494"/>
          <a:ext cx="11016341" cy="6082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763">
                  <a:extLst>
                    <a:ext uri="{9D8B030D-6E8A-4147-A177-3AD203B41FA5}">
                      <a16:colId xmlns:a16="http://schemas.microsoft.com/office/drawing/2014/main" val="3143398169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2147637567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1339844638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1010885204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4249606791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2229117257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4022108019"/>
                    </a:ext>
                  </a:extLst>
                </a:gridCol>
              </a:tblGrid>
              <a:tr h="585612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테이블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188097"/>
                  </a:ext>
                </a:extLst>
              </a:tr>
              <a:tr h="585612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테이블 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296544"/>
                  </a:ext>
                </a:extLst>
              </a:tr>
              <a:tr h="4787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속성 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데이터 타입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널 허용 여부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기본값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기본키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외래키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제약조건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8355795"/>
                  </a:ext>
                </a:extLst>
              </a:tr>
              <a:tr h="4787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회원아이디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VARCHAR(20)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PK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0507831"/>
                  </a:ext>
                </a:extLst>
              </a:tr>
              <a:tr h="4787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비밀번호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VARCHAR(20)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113066"/>
                  </a:ext>
                </a:extLst>
              </a:tr>
              <a:tr h="2853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VARCHAR(20)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829579"/>
                  </a:ext>
                </a:extLst>
              </a:tr>
              <a:tr h="4787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나이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INT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Y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0</a:t>
                      </a:r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이상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787693"/>
                  </a:ext>
                </a:extLst>
              </a:tr>
              <a:tr h="4787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직업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VARCHAR(20)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Y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4894662"/>
                  </a:ext>
                </a:extLst>
              </a:tr>
              <a:tr h="4787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등급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VARCHAR(20)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Silver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Silver, </a:t>
                      </a:r>
                      <a:r>
                        <a:rPr lang="en-US" altLang="ko-KR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gold,vip</a:t>
                      </a:r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만 허용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9113267"/>
                  </a:ext>
                </a:extLst>
              </a:tr>
              <a:tr h="4787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적립금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INT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0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6355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8421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DCEB307-BF04-9BDB-C619-E2128E981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623047"/>
              </p:ext>
            </p:extLst>
          </p:nvPr>
        </p:nvGraphicFramePr>
        <p:xfrm>
          <a:off x="566056" y="545494"/>
          <a:ext cx="11016341" cy="5485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763">
                  <a:extLst>
                    <a:ext uri="{9D8B030D-6E8A-4147-A177-3AD203B41FA5}">
                      <a16:colId xmlns:a16="http://schemas.microsoft.com/office/drawing/2014/main" val="3143398169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2147637567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1339844638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1010885204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4249606791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2229117257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4022108019"/>
                    </a:ext>
                  </a:extLst>
                </a:gridCol>
              </a:tblGrid>
              <a:tr h="585612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테이블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188097"/>
                  </a:ext>
                </a:extLst>
              </a:tr>
              <a:tr h="585612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테이블 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상품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296544"/>
                  </a:ext>
                </a:extLst>
              </a:tr>
              <a:tr h="4787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속성 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데이터 타입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널 허용 여부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기본값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기본키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외래키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제약조건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8355795"/>
                  </a:ext>
                </a:extLst>
              </a:tr>
              <a:tr h="4787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상품번호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VARCHAR(20)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PK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0507831"/>
                  </a:ext>
                </a:extLst>
              </a:tr>
              <a:tr h="4787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상품명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VARCHAR(50)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113066"/>
                  </a:ext>
                </a:extLst>
              </a:tr>
              <a:tr h="2853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재고량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INT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Y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0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0</a:t>
                      </a:r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이상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829579"/>
                  </a:ext>
                </a:extLst>
              </a:tr>
              <a:tr h="4787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제조업체명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VARCHAR(50)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FK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787693"/>
                  </a:ext>
                </a:extLst>
              </a:tr>
              <a:tr h="4787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공급일자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DATE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Y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4894662"/>
                  </a:ext>
                </a:extLst>
              </a:tr>
              <a:tr h="4787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단가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INT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Y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0 </a:t>
                      </a:r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이상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9113267"/>
                  </a:ext>
                </a:extLst>
              </a:tr>
              <a:tr h="4787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공급량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INT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Y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0 </a:t>
                      </a:r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이상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6355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748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34759-3AF8-5627-CE62-9CA5B0CFA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4234D51-1DE2-FA3A-3B70-2732046145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1068"/>
              </p:ext>
            </p:extLst>
          </p:nvPr>
        </p:nvGraphicFramePr>
        <p:xfrm>
          <a:off x="566056" y="545494"/>
          <a:ext cx="11016341" cy="3887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763">
                  <a:extLst>
                    <a:ext uri="{9D8B030D-6E8A-4147-A177-3AD203B41FA5}">
                      <a16:colId xmlns:a16="http://schemas.microsoft.com/office/drawing/2014/main" val="3143398169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2147637567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1339844638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1010885204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4249606791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2229117257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4022108019"/>
                    </a:ext>
                  </a:extLst>
                </a:gridCol>
              </a:tblGrid>
              <a:tr h="585612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테이블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188097"/>
                  </a:ext>
                </a:extLst>
              </a:tr>
              <a:tr h="585612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테이블 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제조업체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296544"/>
                  </a:ext>
                </a:extLst>
              </a:tr>
              <a:tr h="4787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속성 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데이터 타입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널 허용 여부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기본값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기본키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외래키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제약조건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8355795"/>
                  </a:ext>
                </a:extLst>
              </a:tr>
              <a:tr h="4787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제조업체명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VARCHAR(20)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PK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0507831"/>
                  </a:ext>
                </a:extLst>
              </a:tr>
              <a:tr h="4787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전화번호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VARCHAR(20)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Y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113066"/>
                  </a:ext>
                </a:extLst>
              </a:tr>
              <a:tr h="2853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위치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VARCHAR(20)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Y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829579"/>
                  </a:ext>
                </a:extLst>
              </a:tr>
              <a:tr h="4787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INT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Y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787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8775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84CB3-541F-8DC8-A95E-AF128AAA5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F7927BE-2917-5ADB-C608-0941B1E6D0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802640"/>
              </p:ext>
            </p:extLst>
          </p:nvPr>
        </p:nvGraphicFramePr>
        <p:xfrm>
          <a:off x="566056" y="545494"/>
          <a:ext cx="11016341" cy="4414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763">
                  <a:extLst>
                    <a:ext uri="{9D8B030D-6E8A-4147-A177-3AD203B41FA5}">
                      <a16:colId xmlns:a16="http://schemas.microsoft.com/office/drawing/2014/main" val="3143398169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2147637567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1339844638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1010885204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4249606791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2229117257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4022108019"/>
                    </a:ext>
                  </a:extLst>
                </a:gridCol>
              </a:tblGrid>
              <a:tr h="585612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테이블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188097"/>
                  </a:ext>
                </a:extLst>
              </a:tr>
              <a:tr h="585612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테이블 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게시글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296544"/>
                  </a:ext>
                </a:extLst>
              </a:tr>
              <a:tr h="4787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속성 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데이터 타입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널 허용 여부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기본값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기본키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외래키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제약조건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8355795"/>
                  </a:ext>
                </a:extLst>
              </a:tr>
              <a:tr h="4787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글번호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INT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PK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AUTO_INCREMENT </a:t>
                      </a:r>
                      <a:r>
                        <a:rPr lang="ko-KR" altLang="en-US" dirty="0"/>
                        <a:t>가능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0507831"/>
                  </a:ext>
                </a:extLst>
              </a:tr>
              <a:tr h="4787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글제목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VARCHAR(100)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113066"/>
                  </a:ext>
                </a:extLst>
              </a:tr>
              <a:tr h="2853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글내용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TEXT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829579"/>
                  </a:ext>
                </a:extLst>
              </a:tr>
              <a:tr h="4787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작성일자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DATE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CURRENT_DATE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0</a:t>
                      </a:r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이상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787693"/>
                  </a:ext>
                </a:extLst>
              </a:tr>
              <a:tr h="4787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회원</a:t>
                      </a:r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ID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VARCHAR(20)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FK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4894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788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2D88F-BA24-D5DE-0F3E-8E468A22A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0ABFAE9-957D-4E43-76F5-150411102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065443"/>
              </p:ext>
            </p:extLst>
          </p:nvPr>
        </p:nvGraphicFramePr>
        <p:xfrm>
          <a:off x="566056" y="545494"/>
          <a:ext cx="11016341" cy="50066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763">
                  <a:extLst>
                    <a:ext uri="{9D8B030D-6E8A-4147-A177-3AD203B41FA5}">
                      <a16:colId xmlns:a16="http://schemas.microsoft.com/office/drawing/2014/main" val="3143398169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2147637567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1339844638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1010885204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4249606791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2229117257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4022108019"/>
                    </a:ext>
                  </a:extLst>
                </a:gridCol>
              </a:tblGrid>
              <a:tr h="585612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테이블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188097"/>
                  </a:ext>
                </a:extLst>
              </a:tr>
              <a:tr h="585612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테이블 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주문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296544"/>
                  </a:ext>
                </a:extLst>
              </a:tr>
              <a:tr h="4787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속성 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데이터 타입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널 허용 여부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기본값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기본키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외래키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제약조건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8355795"/>
                  </a:ext>
                </a:extLst>
              </a:tr>
              <a:tr h="4787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주문번호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VARCHAR(20)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PK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0507831"/>
                  </a:ext>
                </a:extLst>
              </a:tr>
              <a:tr h="4787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주문수량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INT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이상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113066"/>
                  </a:ext>
                </a:extLst>
              </a:tr>
              <a:tr h="2853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배송지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VARCHAR(100)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829579"/>
                  </a:ext>
                </a:extLst>
              </a:tr>
              <a:tr h="4787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주문일자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DATE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CURRENT_DATE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787693"/>
                  </a:ext>
                </a:extLst>
              </a:tr>
              <a:tr h="4787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회원</a:t>
                      </a:r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ID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VARCHAR(20)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FK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4894662"/>
                  </a:ext>
                </a:extLst>
              </a:tr>
              <a:tr h="4787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상품번호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VARCHAR(20)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FK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121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1671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5EFDECECAE815428E4874546E1D19C3" ma:contentTypeVersion="9" ma:contentTypeDescription="새 문서를 만듭니다." ma:contentTypeScope="" ma:versionID="429c9a8e833de499d4b2018ae63cc5d9">
  <xsd:schema xmlns:xsd="http://www.w3.org/2001/XMLSchema" xmlns:xs="http://www.w3.org/2001/XMLSchema" xmlns:p="http://schemas.microsoft.com/office/2006/metadata/properties" xmlns:ns3="0132d4f7-3ff6-42a6-9c84-a78a808c16d0" targetNamespace="http://schemas.microsoft.com/office/2006/metadata/properties" ma:root="true" ma:fieldsID="ce75395ae0b850c7abf8b9f135b9d0a5" ns3:_="">
    <xsd:import namespace="0132d4f7-3ff6-42a6-9c84-a78a808c16d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32d4f7-3ff6-42a6-9c84-a78a808c16d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132d4f7-3ff6-42a6-9c84-a78a808c16d0" xsi:nil="true"/>
  </documentManagement>
</p:properties>
</file>

<file path=customXml/itemProps1.xml><?xml version="1.0" encoding="utf-8"?>
<ds:datastoreItem xmlns:ds="http://schemas.openxmlformats.org/officeDocument/2006/customXml" ds:itemID="{174A081E-7A8A-4F14-A2C5-DA6B388395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32d4f7-3ff6-42a6-9c84-a78a808c16d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7B4E66B-07E5-4060-B6A1-B3AC68499B7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F7998A-0A1D-4200-A855-38DEDCA51A93}">
  <ds:schemaRefs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0132d4f7-3ff6-42a6-9c84-a78a808c16d0"/>
    <ds:schemaRef ds:uri="http://www.w3.org/XML/1998/namespace"/>
    <ds:schemaRef ds:uri="http://purl.org/dc/elements/1.1/"/>
    <ds:schemaRef ds:uri="http://schemas.microsoft.com/office/infopath/2007/PartnerControl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262</Words>
  <Application>Microsoft Office PowerPoint</Application>
  <PresentationFormat>와이드스크린</PresentationFormat>
  <Paragraphs>160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D2Coding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박경구</dc:creator>
  <cp:lastModifiedBy>박경구</cp:lastModifiedBy>
  <cp:revision>41</cp:revision>
  <dcterms:created xsi:type="dcterms:W3CDTF">2025-11-10T07:22:53Z</dcterms:created>
  <dcterms:modified xsi:type="dcterms:W3CDTF">2025-11-17T06:25:09Z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0x01010005EFDECECAE815428E4874546E1D19C3</vt:lpwstr>
  </property>
</Properties>
</file>